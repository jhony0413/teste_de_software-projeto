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8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D9FA9-BE5F-4E2A-B865-D7240A916771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6B0E9-E397-4D82-8BDD-52B7064A5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4848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D6B0E9-E397-4D82-8BDD-52B7064A51F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6369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24351"/>
            <a:ext cx="10972800" cy="723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5524351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309860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UNIVERSIDADE CATÓLICA DE BRASÍLIA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6350" y="609600"/>
            <a:ext cx="246862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Prático de Engenharia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82155"/>
            <a:ext cx="343857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ARQUITETURA &amp; QUALIDADE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34580"/>
            <a:ext cx="7677936" cy="5770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 </a:t>
            </a:r>
            <a:r>
              <a:rPr sz="3900" b="1" i="0" u="none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Gerenciador</a:t>
            </a:r>
            <a:r>
              <a:rPr sz="3900" b="1" i="0" u="non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Loja (SGL)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556545"/>
            <a:ext cx="6408036" cy="247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Arquitetura de Software, Estratégia de Qualidade e Validação Completa do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762476"/>
            <a:ext cx="188673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INTEGRANTES DO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048226"/>
            <a:ext cx="140743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Jhony Moraes da Silva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6025" y="6048226"/>
            <a:ext cx="164673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João Vítor Ferreira Calado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6048226"/>
            <a:ext cx="141224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Kauã Lacerda de Lima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6048226"/>
            <a:ext cx="134972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Rafael de Sousa Silva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55106"/>
            <a:ext cx="2600325" cy="2309812"/>
          </a:xfrm>
          <a:prstGeom prst="roundRect">
            <a:avLst>
              <a:gd name="adj" fmla="val 49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400425" y="2755106"/>
            <a:ext cx="2600325" cy="2309812"/>
          </a:xfrm>
          <a:prstGeom prst="roundRect">
            <a:avLst>
              <a:gd name="adj" fmla="val 49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91250" y="2755106"/>
            <a:ext cx="2600325" cy="2309812"/>
          </a:xfrm>
          <a:prstGeom prst="roundRect">
            <a:avLst>
              <a:gd name="adj" fmla="val 49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982075" y="2755106"/>
            <a:ext cx="2600325" cy="2309812"/>
          </a:xfrm>
          <a:prstGeom prst="roundRect">
            <a:avLst>
              <a:gd name="adj" fmla="val 49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0680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Visão Geral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355212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 da Apresentação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031331"/>
            <a:ext cx="26930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517106"/>
            <a:ext cx="233029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Introdução &amp; Requisitos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145756"/>
            <a:ext cx="2219325" cy="415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Escopo do sistema, regras comerciais e requisitos funcionais chave.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3031331"/>
            <a:ext cx="26930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3517106"/>
            <a:ext cx="233029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Planejamento &amp; Unitários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4145756"/>
            <a:ext cx="2219325" cy="415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Estratégia de validação das regras de negócio na camada de Models.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031331"/>
            <a:ext cx="26930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517106"/>
            <a:ext cx="164628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Integração &amp; DAOs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907631"/>
            <a:ext cx="2219325" cy="415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Persistência no banco de dados, isolamento e controle rigoroso ACID.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0200" y="3031331"/>
            <a:ext cx="26930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517106"/>
            <a:ext cx="233029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Testes E2E &amp; Conclusão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4145756"/>
            <a:ext cx="2219325" cy="415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Fluxos completos de ponta a ponta, métricas finais e homologação.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2081212"/>
            <a:ext cx="5305425" cy="3619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90737"/>
            <a:ext cx="5286375" cy="3600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676525"/>
            <a:ext cx="419100" cy="466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562350"/>
            <a:ext cx="419100" cy="466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448175"/>
            <a:ext cx="419100" cy="4667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828925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3714750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4600575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0680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01. Introdução &amp; Visão do Produto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499245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Propósito e Proposta de Valor do SGL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2676525"/>
            <a:ext cx="244297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Gestão Operacional Simplificada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2933700"/>
            <a:ext cx="4810125" cy="18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Automação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total da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frente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caixa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estoque e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movimentações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comerciais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diárias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3562350"/>
            <a:ext cx="209518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Confiabilidade Transacional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3819525"/>
            <a:ext cx="4810125" cy="18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Consistência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estrita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vendas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simultâneas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inconsistências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estoque.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4448175"/>
            <a:ext cx="231018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Arquitetura Orientada a Testes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100" y="4705350"/>
            <a:ext cx="4810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Desenvolvimento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guiado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verificações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automatizadas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contínuas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cada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módulo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1787"/>
            <a:ext cx="3505200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2871787"/>
            <a:ext cx="3505200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2871787"/>
            <a:ext cx="3505200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5825" y="3186112"/>
            <a:ext cx="1428750" cy="219075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19625" y="3186112"/>
            <a:ext cx="1209675" cy="242888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353425" y="3186112"/>
            <a:ext cx="1247775" cy="315099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0680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01. Requisitos do Sistema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447802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Especificação Funcional e Técnica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3224212"/>
            <a:ext cx="1333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900" b="1" i="0" u="none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STOQUE</a:t>
            </a:r>
            <a:endParaRPr sz="900" b="1" i="0" u="none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5825" y="3557587"/>
            <a:ext cx="243791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RF-01: </a:t>
            </a:r>
            <a:r>
              <a:rPr lang="pt-BR" sz="15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Categorias e Produtos</a:t>
            </a:r>
            <a:endParaRPr sz="1500" b="1" i="0" u="none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5825" y="3948112"/>
            <a:ext cx="3048000" cy="675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pt-BR" sz="12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Cadastro categorizado de itens, controle rigoroso de preços e manutenção dos níveis de estoque em tempo real</a:t>
            </a:r>
            <a:r>
              <a:rPr sz="12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4875" y="3224212"/>
            <a:ext cx="111442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i="0" u="none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PESSOAS</a:t>
            </a:r>
            <a:endParaRPr sz="900" b="1" i="0" u="none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9625" y="3557587"/>
            <a:ext cx="257416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RF-02: </a:t>
            </a:r>
            <a:r>
              <a:rPr lang="pt-BR" sz="15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Clientes e Fornecedores</a:t>
            </a:r>
            <a:endParaRPr sz="1500" b="1" i="0" u="none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19625" y="3948112"/>
            <a:ext cx="3048000" cy="675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pt-BR" sz="12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Registro e manutenção de dados cadastrais essenciais para a relação comercial e suprimentos da loja.</a:t>
            </a:r>
            <a:endParaRPr sz="1200" b="0" i="0" u="none" dirty="0">
              <a:solidFill>
                <a:srgbClr val="4755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48675" y="3224212"/>
            <a:ext cx="12477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9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RELACIONAMENTO PRINCIPAL</a:t>
            </a:r>
            <a:endParaRPr sz="900" b="1" i="0" u="none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53425" y="3557587"/>
            <a:ext cx="203716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RF-03: </a:t>
            </a:r>
            <a:r>
              <a:rPr lang="pt-BR" sz="15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Pedidos e Vendas</a:t>
            </a:r>
            <a:endParaRPr sz="1500" b="1" i="0" u="none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53425" y="3948112"/>
            <a:ext cx="3048000" cy="675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pt-BR" sz="12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Responsável por amarrar clientes e produtos, calcular totais, registrar a data da venda e automatizar baixas no estoque.</a:t>
            </a:r>
            <a:endParaRPr sz="1200" b="0" i="0" u="none" dirty="0">
              <a:solidFill>
                <a:srgbClr val="4755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51314" y="2571750"/>
            <a:ext cx="5831085" cy="2638425"/>
          </a:xfrm>
          <a:prstGeom prst="roundRect">
            <a:avLst>
              <a:gd name="adj" fmla="val 433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2738437"/>
            <a:ext cx="4798814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3986212"/>
            <a:ext cx="4798814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27539" y="3181350"/>
            <a:ext cx="52786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2738437"/>
            <a:ext cx="38100" cy="10572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3986212"/>
            <a:ext cx="38100" cy="10572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27539" y="33813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27539" y="39624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27539" y="45434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533400"/>
            <a:ext cx="110680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02. Planejamento de Testes &amp; Models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626511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Validação das Entidades do Modelo de Domínio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7539" y="2847975"/>
            <a:ext cx="564258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Foco dos Testes em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928937"/>
            <a:ext cx="244297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Isolamento de Regras de Negócio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205162"/>
            <a:ext cx="447496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Garantia de que entidades como Produto e ItemVenda calculem totais de forma pura.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176712"/>
            <a:ext cx="236455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Testes Parametrizados (JUnit 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452937"/>
            <a:ext cx="4474964" cy="191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Execução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lote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cenários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borda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valores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negativos</a:t>
            </a:r>
            <a:r>
              <a:rPr lang="pt-BR"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estoque zero).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4664" y="3433933"/>
            <a:ext cx="55245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4664" y="4014958"/>
            <a:ext cx="55245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84664" y="4595983"/>
            <a:ext cx="55245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639" y="3381375"/>
            <a:ext cx="149868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Validação de Atributos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639" y="3600450"/>
            <a:ext cx="314990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Garantia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nomes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preços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válidos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todos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cadastros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639" y="3962400"/>
            <a:ext cx="129131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Decremento Seguro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639" y="4181475"/>
            <a:ext cx="331661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Impedir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saldo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negativo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produtos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durante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automática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639" y="4543425"/>
            <a:ext cx="133369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Cálculo de Desconto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639" y="4762500"/>
            <a:ext cx="310982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Precisão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decimal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exata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valores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monetários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calculados</a:t>
            </a:r>
            <a:r>
              <a:rPr sz="105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19225"/>
            <a:ext cx="6421487" cy="4905375"/>
          </a:xfrm>
          <a:prstGeom prst="roundRect">
            <a:avLst>
              <a:gd name="adj" fmla="val 233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35887" y="2624137"/>
            <a:ext cx="4246512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35887" y="3967162"/>
            <a:ext cx="4246512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0680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02. Testes Unitários (Models)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593091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 Prático: Teste de Unidade no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952750"/>
            <a:ext cx="6040487" cy="668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F43F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@Test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>
                <a:solidFill>
                  <a:srgbClr val="F43F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@DisplayName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125" b="0" i="0" u="none">
                <a:solidFill>
                  <a:srgbClr val="A3E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"Deve dar erro ao tentar dar baixa com saldo insuficiente"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1125" b="0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validarEstoqueInsuficiente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 Produto p = </a:t>
            </a:r>
            <a:r>
              <a:rPr sz="1125" b="0" i="0" u="none">
                <a:solidFill>
                  <a:srgbClr val="F43F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Produto(</a:t>
            </a:r>
            <a:r>
              <a:rPr sz="1125" b="0" i="0" u="none">
                <a:solidFill>
                  <a:srgbClr val="A3E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"Monitor 27"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125" b="0" i="0" u="none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125" b="0" i="0" u="none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1200.00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assertThrows(EstoqueInsuficienteException.</a:t>
            </a:r>
            <a:r>
              <a:rPr sz="1125" b="0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() -&gt; { p.baixarEstoque(</a:t>
            </a:r>
            <a:r>
              <a:rPr sz="1125" b="0" i="0" u="none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sz="1125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});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505075"/>
            <a:ext cx="91371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ProdutoTest.java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1012" y="2519362"/>
            <a:ext cx="36227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JUnit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4012" y="2862262"/>
            <a:ext cx="155811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Assertiva de Exceção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4012" y="3138487"/>
            <a:ext cx="386551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Garantia de bloqueio imediato do fluxo para entradas e baixas inválidas.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4012" y="4205287"/>
            <a:ext cx="209672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Execução sem Dependências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4012" y="4481512"/>
            <a:ext cx="386551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 chamadas ao banco de dados, resultando em tempos de resposta &lt; 5 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61B41E1-DE84-E037-1119-4C87471B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57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6068"/>
            <a:ext cx="3505200" cy="2147887"/>
          </a:xfrm>
          <a:prstGeom prst="roundRect">
            <a:avLst>
              <a:gd name="adj" fmla="val 532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2836068"/>
            <a:ext cx="3505200" cy="2147887"/>
          </a:xfrm>
          <a:prstGeom prst="roundRect">
            <a:avLst>
              <a:gd name="adj" fmla="val 532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2836068"/>
            <a:ext cx="3505200" cy="2147887"/>
          </a:xfrm>
          <a:prstGeom prst="roundRect">
            <a:avLst>
              <a:gd name="adj" fmla="val 532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98018"/>
            <a:ext cx="23812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198018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198018"/>
            <a:ext cx="2381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0680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03. Integração, DAOs &amp; Transações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525842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Validação da Camada de Dados e JDBC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36168"/>
            <a:ext cx="134011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Testes em DAOs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026693"/>
            <a:ext cx="3048000" cy="415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Verificação direta do SQL via JDBC, garantindo a integridade e precisão de todos os métodos CRUD.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36168"/>
            <a:ext cx="173662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Rollback Automático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4026693"/>
            <a:ext cx="3048000" cy="415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Uso de banco de testes isolado com restauração completa de estado após cada execução.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636168"/>
            <a:ext cx="127817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Garantia ACID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26693"/>
            <a:ext cx="3048000" cy="415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Adesão total ao padrão de transação atômica em vendas complexas de múltiplos itens.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51869"/>
            <a:ext cx="2421731" cy="1716285"/>
          </a:xfrm>
          <a:prstGeom prst="roundRect">
            <a:avLst>
              <a:gd name="adj" fmla="val 665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459956" y="3051869"/>
            <a:ext cx="2421731" cy="1716285"/>
          </a:xfrm>
          <a:prstGeom prst="roundRect">
            <a:avLst>
              <a:gd name="adj" fmla="val 665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10312" y="3051869"/>
            <a:ext cx="2421731" cy="1716285"/>
          </a:xfrm>
          <a:prstGeom prst="roundRect">
            <a:avLst>
              <a:gd name="adj" fmla="val 665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60668" y="3051869"/>
            <a:ext cx="2421731" cy="1716285"/>
          </a:xfrm>
          <a:prstGeom prst="roundRect">
            <a:avLst>
              <a:gd name="adj" fmla="val 665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649015" y="332809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99371" y="332809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49728" y="332809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200084" y="332809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731" y="3829050"/>
            <a:ext cx="1238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3829050"/>
            <a:ext cx="1238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443" y="3829050"/>
            <a:ext cx="12382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0680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04. Testes End-to-End (E2E)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71525"/>
            <a:ext cx="482721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Validação do Fluxo de Ponta a Ponta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6140" y="3407211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4755" y="3785294"/>
            <a:ext cx="97142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Autenticação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6914" y="4118669"/>
            <a:ext cx="2527101" cy="175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do operador e validação de sessão.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6496" y="3407211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4572" y="3785294"/>
            <a:ext cx="69249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Carrinho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7271" y="4118669"/>
            <a:ext cx="2527101" cy="175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Inclusão de itens e cálculo de impostos.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6853" y="3407211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7602" y="3785294"/>
            <a:ext cx="82715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7627" y="4118669"/>
            <a:ext cx="2527101" cy="175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Processamento e aprovação da compra.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7209" y="3407211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2048" y="3785294"/>
            <a:ext cx="115897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Atualização BD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983" y="4118669"/>
            <a:ext cx="2527101" cy="175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 no estoque e geração do comprovante.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90825"/>
            <a:ext cx="3454449" cy="2238375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68849" y="2790825"/>
            <a:ext cx="3454449" cy="2238375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128099" y="2790825"/>
            <a:ext cx="3454449" cy="2238375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0680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04. Evidências &amp; Resultados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412215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Indicadores e Métricas Obtidas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4566" y="3181350"/>
            <a:ext cx="1904367" cy="6924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0596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98.4%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2881" y="4019550"/>
            <a:ext cx="156773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Cobertura de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75" y="4295775"/>
            <a:ext cx="362749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Testes automatizados na camada de Models e DAOs.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78" y="3181350"/>
            <a:ext cx="1731243" cy="6924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3649" y="4019550"/>
            <a:ext cx="194469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Aprovação nos Testes E2E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2324" y="4295775"/>
            <a:ext cx="362749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Suite de testes de integração executada com sucesso.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2124" y="3181350"/>
            <a:ext cx="346249" cy="6924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0284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1919" y="4019550"/>
            <a:ext cx="184665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Inconsistências no Banco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1574" y="4295775"/>
            <a:ext cx="362749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Validação de concorrência e transações concluída.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0" y="4636740"/>
            <a:ext cx="5715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649759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1821209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2487959"/>
            <a:ext cx="10001250" cy="483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30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 Homologado e Pronto para Produção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722340"/>
            <a:ext cx="952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Sistema Gerenciador de Loja (SGL) atendeu com rigor a todos os requisitos arquiteturais, de integridade de dados e testes end-to-end.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1857" y="5008215"/>
            <a:ext cx="520828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UNIVERSIDADE CATÓLICA DE BRASÍLIA • PERGUNTAS &amp; RESPOSTAS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683</Words>
  <Application>Microsoft Office PowerPoint</Application>
  <PresentationFormat>Widescreen</PresentationFormat>
  <Paragraphs>105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Aptos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Jhony Moraes da Silva</dc:creator>
  <cp:keywords/>
  <dc:description>generated using python-pptx</dc:description>
  <cp:lastModifiedBy>JHONY MORAES DA SILVA</cp:lastModifiedBy>
  <cp:revision>5</cp:revision>
  <dcterms:created xsi:type="dcterms:W3CDTF">2013-01-27T09:14:16Z</dcterms:created>
  <dcterms:modified xsi:type="dcterms:W3CDTF">2026-09-24T09:05:54Z</dcterms:modified>
  <cp:category/>
</cp:coreProperties>
</file>